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9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17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3B981F-AEC7-EBB7-AB05-02B1715A4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195B1AF-16F9-7DC9-FE71-698B17958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36387A-A005-219D-FBB0-5AA06587B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C7F1-3323-4870-8BFB-DB4F49DCDB3E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662851-EB50-FDBA-5794-6B8ACAC9C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24D915-083E-C123-A650-720EA5E8D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E6229-744B-4412-B8D2-A24C72384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3541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873B72-FE45-379A-30E7-66A381F0D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00FDF3-5EC1-0423-6B20-F5658C976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734575-7423-E97B-5849-30933F9F3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C7F1-3323-4870-8BFB-DB4F49DCDB3E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38D620-D42C-6FF2-C69D-64A51360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F7029-9BEC-A6E3-9FE4-88DEF0490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E6229-744B-4412-B8D2-A24C72384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013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A48BBB-9E2C-D3AE-49CF-0528C30B3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DEB4F9-1040-427C-6900-74B3EB2EF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B8CBCA-04BC-E8B6-A62E-2421C96E5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C7F1-3323-4870-8BFB-DB4F49DCDB3E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F53356-5188-E988-F429-220F4C60E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232924-29B5-67B7-7533-69245E878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E6229-744B-4412-B8D2-A24C72384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916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7B6360-05C1-7E92-E2E8-C952568A5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EFE309-35CB-C569-9E91-DABF5FAD44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A853EC-481F-A326-2444-C7228B1B3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202953-5382-DB3B-39FA-71CFB062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C7F1-3323-4870-8BFB-DB4F49DCDB3E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EBB817-9B85-6328-C58D-AE5E7690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0A2078-D79D-6E89-10F2-47F7B23DC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E6229-744B-4412-B8D2-A24C72384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094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C31CC0-314E-AE66-FA1A-A7AB15F26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4D260A9-6BAB-3EC9-9C53-449A16288F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791F90-DD32-B96F-1C4A-303796AC6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E36F6F-274B-3C83-02EE-BAEF9A423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EB11C9-ED16-E25F-8EB6-E562E04F9A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A0B5910-DB6F-DB1E-4A87-86A100692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C7F1-3323-4870-8BFB-DB4F49DCDB3E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3702F52-6D36-8308-350F-E593C82A1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B572955-BB68-FD9D-486B-7588EECE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E6229-744B-4412-B8D2-A24C72384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8548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BB3A6-CE4D-B607-D700-7ED188585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0A7FC6-4737-11BF-280D-4754403EC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C7F1-3323-4870-8BFB-DB4F49DCDB3E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5F3261-4AF2-7868-0AFA-E57ED9F3C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F7ADC4-A9E7-A025-0041-452ED23E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E6229-744B-4412-B8D2-A24C72384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9294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62B5D44-D685-E9DA-B07C-16A417EE7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C7F1-3323-4870-8BFB-DB4F49DCDB3E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54B6ABE-DC2B-D410-D114-776C6EC94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E65662-58B0-7846-E23D-D59596AFA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E6229-744B-4412-B8D2-A24C72384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333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B096FF-9361-82C9-77D2-E77E235CD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5D99D9-ED69-8F5C-B72F-CCF5F8FE7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AB2738-E5A4-6CC6-0B6E-AF4FF085B5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815D07-C0A0-A162-7D2F-F35F534D0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C7F1-3323-4870-8BFB-DB4F49DCDB3E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496E356-27BB-8BBF-3662-71FF56FB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FFB942-75BB-07F6-670C-4E58E87B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E6229-744B-4412-B8D2-A24C72384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579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A433CD-56EA-E026-62E6-5A52F4C5E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8BE1D3E-5F77-BC1F-474B-D97F04C90C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B75B7C-51EB-B572-9901-B3E5368DA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26EDD9-78C3-B9F5-B4DA-13B13C79E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C7F1-3323-4870-8BFB-DB4F49DCDB3E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D0350D-D96D-9C07-FF6F-EFF8E9EF1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432A4A-95BE-4FFA-A6E9-B9C9C13F4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E6229-744B-4412-B8D2-A24C72384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682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ADB227-5D5B-BF53-B1A6-EBD21275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13E6046-F324-649C-C454-2B3778341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796ADF-8A72-6F52-47F9-2EAA5470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C7F1-3323-4870-8BFB-DB4F49DCDB3E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60B447-EC9E-9D71-1120-5172892A9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A40CF0-77BB-45CD-15D5-3ED478F0E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E6229-744B-4412-B8D2-A24C72384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641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FE2FA6A-A0EE-7F55-38ED-EDD52AE5C3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58D3AD-E2EE-764E-F443-C5D2AC962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65BE8C-F44B-DEB9-645E-AC0C7B520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1C7F1-3323-4870-8BFB-DB4F49DCDB3E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BA503C-CE83-6FCF-C96E-25916B163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870E73-D965-40E8-3C9A-8691CE8A4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1E6229-744B-4412-B8D2-A24C72384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0990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D0CFDA6-9D5A-4FFD-2290-939658103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1C23F2-4B91-2F07-AD6A-064666B8C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55CFBE-206D-EC9A-4D93-3E6E3C8BD9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E1C7F1-3323-4870-8BFB-DB4F49DCDB3E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F918C9-37D0-4C86-9DE9-63CFC373D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6681EA-7EE8-31FC-C3C8-DF840D7351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1E6229-744B-4412-B8D2-A24C723841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96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9A81CCF5-1A8B-8E69-12F1-EBA07BC624ED}"/>
              </a:ext>
            </a:extLst>
          </p:cNvPr>
          <p:cNvSpPr/>
          <p:nvPr/>
        </p:nvSpPr>
        <p:spPr>
          <a:xfrm>
            <a:off x="292100" y="915432"/>
            <a:ext cx="11620500" cy="147216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3C86CD-EEA9-6933-1ECE-9FD65AF3329F}"/>
              </a:ext>
            </a:extLst>
          </p:cNvPr>
          <p:cNvSpPr txBox="1"/>
          <p:nvPr/>
        </p:nvSpPr>
        <p:spPr>
          <a:xfrm>
            <a:off x="5229416" y="546100"/>
            <a:ext cx="1495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근태 관리 </a:t>
            </a: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077843E-CF5E-E14D-DC29-723961F61D38}"/>
              </a:ext>
            </a:extLst>
          </p:cNvPr>
          <p:cNvSpPr/>
          <p:nvPr/>
        </p:nvSpPr>
        <p:spPr>
          <a:xfrm>
            <a:off x="1331332" y="1409700"/>
            <a:ext cx="1991961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F46D23F-C959-4FA4-52E7-CC1CC4C35DE3}"/>
              </a:ext>
            </a:extLst>
          </p:cNvPr>
          <p:cNvSpPr/>
          <p:nvPr/>
        </p:nvSpPr>
        <p:spPr>
          <a:xfrm>
            <a:off x="9740443" y="1231900"/>
            <a:ext cx="914400" cy="7366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검색버튼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278EE15-B3B6-89A9-C673-0977A40C7755}"/>
              </a:ext>
            </a:extLst>
          </p:cNvPr>
          <p:cNvSpPr/>
          <p:nvPr/>
        </p:nvSpPr>
        <p:spPr>
          <a:xfrm>
            <a:off x="621483" y="1409700"/>
            <a:ext cx="8192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8DB8B3F-9D12-E2BD-4824-5F1CCED6FD7D}"/>
              </a:ext>
            </a:extLst>
          </p:cNvPr>
          <p:cNvSpPr/>
          <p:nvPr/>
        </p:nvSpPr>
        <p:spPr>
          <a:xfrm>
            <a:off x="4233435" y="1409700"/>
            <a:ext cx="1991961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FD68977-9C88-7E44-5C71-F714874E9054}"/>
              </a:ext>
            </a:extLst>
          </p:cNvPr>
          <p:cNvSpPr/>
          <p:nvPr/>
        </p:nvSpPr>
        <p:spPr>
          <a:xfrm>
            <a:off x="3523586" y="1409700"/>
            <a:ext cx="819226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직급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5DBE88B-3D1C-0547-BA2B-9C9C26ECF9CF}"/>
              </a:ext>
            </a:extLst>
          </p:cNvPr>
          <p:cNvSpPr/>
          <p:nvPr/>
        </p:nvSpPr>
        <p:spPr>
          <a:xfrm>
            <a:off x="7126639" y="1409700"/>
            <a:ext cx="1991961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E02F644-184A-575C-EAD3-531098C17265}"/>
              </a:ext>
            </a:extLst>
          </p:cNvPr>
          <p:cNvSpPr/>
          <p:nvPr/>
        </p:nvSpPr>
        <p:spPr>
          <a:xfrm>
            <a:off x="6225396" y="1409700"/>
            <a:ext cx="101062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사원명</a:t>
            </a:r>
            <a:endParaRPr lang="ko-KR" altLang="en-US" dirty="0"/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4C6B4ADE-D0FA-3D75-B8DE-00C613584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929266"/>
              </p:ext>
            </p:extLst>
          </p:nvPr>
        </p:nvGraphicFramePr>
        <p:xfrm>
          <a:off x="292100" y="2583366"/>
          <a:ext cx="11620500" cy="3728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100">
                  <a:extLst>
                    <a:ext uri="{9D8B030D-6E8A-4147-A177-3AD203B41FA5}">
                      <a16:colId xmlns:a16="http://schemas.microsoft.com/office/drawing/2014/main" val="2192846245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1881475684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4119331262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028755427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3375611693"/>
                    </a:ext>
                  </a:extLst>
                </a:gridCol>
              </a:tblGrid>
              <a:tr h="37285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사원번호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사원명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부서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직급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근태 상태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880107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김김김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ㅇㅇ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사원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정상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785831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504552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288085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042901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068373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760040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968371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77120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931568"/>
                  </a:ext>
                </a:extLst>
              </a:tr>
            </a:tbl>
          </a:graphicData>
        </a:graphic>
      </p:graphicFrame>
      <p:sp>
        <p:nvSpPr>
          <p:cNvPr id="19" name="실행 단추: 뒤로 또는 앞으로 이동 18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43BFC94-D77F-04E9-02AB-8A7115026C13}"/>
              </a:ext>
            </a:extLst>
          </p:cNvPr>
          <p:cNvSpPr/>
          <p:nvPr/>
        </p:nvSpPr>
        <p:spPr>
          <a:xfrm rot="16200000">
            <a:off x="11569701" y="2971799"/>
            <a:ext cx="355601" cy="330199"/>
          </a:xfrm>
          <a:prstGeom prst="actionButtonBackPrevious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44790D4-0FBA-1488-6CDF-C49A44CE35D1}"/>
              </a:ext>
            </a:extLst>
          </p:cNvPr>
          <p:cNvSpPr/>
          <p:nvPr/>
        </p:nvSpPr>
        <p:spPr>
          <a:xfrm>
            <a:off x="4541676" y="3578947"/>
            <a:ext cx="3403600" cy="17018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A52D8F-5E27-4942-2E2B-5521D236F8B7}"/>
              </a:ext>
            </a:extLst>
          </p:cNvPr>
          <p:cNvSpPr txBox="1"/>
          <p:nvPr/>
        </p:nvSpPr>
        <p:spPr>
          <a:xfrm>
            <a:off x="4801415" y="3783516"/>
            <a:ext cx="28841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김김김</a:t>
            </a:r>
            <a:r>
              <a:rPr lang="ko-KR" altLang="en-US" dirty="0"/>
              <a:t> 사원 근태 상태</a:t>
            </a:r>
            <a:endParaRPr lang="en-US" altLang="ko-KR" dirty="0"/>
          </a:p>
          <a:p>
            <a:r>
              <a:rPr lang="ko-KR" altLang="en-US" dirty="0"/>
              <a:t>지각  </a:t>
            </a:r>
            <a:r>
              <a:rPr lang="en-US" altLang="ko-KR" dirty="0"/>
              <a:t>-&gt; </a:t>
            </a:r>
            <a:r>
              <a:rPr lang="ko-KR" altLang="en-US" dirty="0"/>
              <a:t>정상 으로 수정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7075EAD-21E1-BACB-A053-99624FE57EBE}"/>
              </a:ext>
            </a:extLst>
          </p:cNvPr>
          <p:cNvSpPr/>
          <p:nvPr/>
        </p:nvSpPr>
        <p:spPr>
          <a:xfrm>
            <a:off x="5062977" y="4634416"/>
            <a:ext cx="914400" cy="40394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2B8C3B0-46B3-EB55-B3D1-742AD617CA9A}"/>
              </a:ext>
            </a:extLst>
          </p:cNvPr>
          <p:cNvSpPr/>
          <p:nvPr/>
        </p:nvSpPr>
        <p:spPr>
          <a:xfrm>
            <a:off x="6321616" y="4638312"/>
            <a:ext cx="914400" cy="40394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F0015DD-7075-BF62-CDB2-1859A1BA9912}"/>
              </a:ext>
            </a:extLst>
          </p:cNvPr>
          <p:cNvCxnSpPr/>
          <p:nvPr/>
        </p:nvCxnSpPr>
        <p:spPr>
          <a:xfrm flipH="1">
            <a:off x="7685538" y="3162300"/>
            <a:ext cx="3896864" cy="12675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5858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B447-3FC0-4C29-F86A-9E1AA5E34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>
            <a:extLst>
              <a:ext uri="{FF2B5EF4-FFF2-40B4-BE49-F238E27FC236}">
                <a16:creationId xmlns:a16="http://schemas.microsoft.com/office/drawing/2014/main" id="{9A1204C1-B8F6-E2BE-E8E3-E99EEB0AA80C}"/>
              </a:ext>
            </a:extLst>
          </p:cNvPr>
          <p:cNvSpPr/>
          <p:nvPr/>
        </p:nvSpPr>
        <p:spPr>
          <a:xfrm>
            <a:off x="5321449" y="1390597"/>
            <a:ext cx="3403600" cy="279296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B65E540-8DCE-5A2E-FAF3-AEFFB68F50FC}"/>
              </a:ext>
            </a:extLst>
          </p:cNvPr>
          <p:cNvSpPr/>
          <p:nvPr/>
        </p:nvSpPr>
        <p:spPr>
          <a:xfrm>
            <a:off x="292100" y="915432"/>
            <a:ext cx="4711700" cy="147216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3F82FF-8243-7EFD-F09B-E0B85FC869E8}"/>
              </a:ext>
            </a:extLst>
          </p:cNvPr>
          <p:cNvSpPr txBox="1"/>
          <p:nvPr/>
        </p:nvSpPr>
        <p:spPr>
          <a:xfrm>
            <a:off x="5003800" y="176772"/>
            <a:ext cx="1495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부서 관리 </a:t>
            </a: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011D96-364C-C9BD-772C-BC5F0F83533C}"/>
              </a:ext>
            </a:extLst>
          </p:cNvPr>
          <p:cNvSpPr/>
          <p:nvPr/>
        </p:nvSpPr>
        <p:spPr>
          <a:xfrm>
            <a:off x="1470206" y="1121317"/>
            <a:ext cx="1971494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EC307FE-0940-0FC5-2F9E-F246B33B4DDF}"/>
              </a:ext>
            </a:extLst>
          </p:cNvPr>
          <p:cNvSpPr/>
          <p:nvPr/>
        </p:nvSpPr>
        <p:spPr>
          <a:xfrm>
            <a:off x="3705406" y="1283216"/>
            <a:ext cx="914400" cy="7366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검색버튼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B3787C4-0AD2-E409-4E01-651D5A660708}"/>
              </a:ext>
            </a:extLst>
          </p:cNvPr>
          <p:cNvSpPr/>
          <p:nvPr/>
        </p:nvSpPr>
        <p:spPr>
          <a:xfrm>
            <a:off x="360523" y="1121317"/>
            <a:ext cx="1109683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부서번호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E38E36B-9695-8EBB-ED7C-E64D3316C452}"/>
              </a:ext>
            </a:extLst>
          </p:cNvPr>
          <p:cNvSpPr/>
          <p:nvPr/>
        </p:nvSpPr>
        <p:spPr>
          <a:xfrm>
            <a:off x="1470206" y="1698083"/>
            <a:ext cx="1971494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8FEE9A6-6C27-4EEF-1638-A6FF6117729C}"/>
              </a:ext>
            </a:extLst>
          </p:cNvPr>
          <p:cNvSpPr/>
          <p:nvPr/>
        </p:nvSpPr>
        <p:spPr>
          <a:xfrm>
            <a:off x="360523" y="1681149"/>
            <a:ext cx="1109683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부서명</a:t>
            </a: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87A043-33E9-C9E4-AEC6-0DE17B0A4B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485986"/>
              </p:ext>
            </p:extLst>
          </p:nvPr>
        </p:nvGraphicFramePr>
        <p:xfrm>
          <a:off x="292100" y="2583366"/>
          <a:ext cx="4711700" cy="37285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850">
                  <a:extLst>
                    <a:ext uri="{9D8B030D-6E8A-4147-A177-3AD203B41FA5}">
                      <a16:colId xmlns:a16="http://schemas.microsoft.com/office/drawing/2014/main" val="2192846245"/>
                    </a:ext>
                  </a:extLst>
                </a:gridCol>
                <a:gridCol w="2355850">
                  <a:extLst>
                    <a:ext uri="{9D8B030D-6E8A-4147-A177-3AD203B41FA5}">
                      <a16:colId xmlns:a16="http://schemas.microsoft.com/office/drawing/2014/main" val="1881475684"/>
                    </a:ext>
                  </a:extLst>
                </a:gridCol>
              </a:tblGrid>
              <a:tr h="37285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부서번호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부서명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880107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어디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785831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ㅁㅇㄹ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504552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Fad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288085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Fadf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042901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Adfadf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068373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Afasdfaf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760040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Afadfasdf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968371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Adfsag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77120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>
                          <a:solidFill>
                            <a:schemeClr val="tx1"/>
                          </a:solidFill>
                        </a:rPr>
                        <a:t>rgegeg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4931568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841E49FF-A747-D20F-DDCC-757706513856}"/>
              </a:ext>
            </a:extLst>
          </p:cNvPr>
          <p:cNvSpPr txBox="1"/>
          <p:nvPr/>
        </p:nvSpPr>
        <p:spPr>
          <a:xfrm>
            <a:off x="1861078" y="422249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부서 조회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57A163BE-B077-8F7C-765E-9131BCD4D2F5}"/>
              </a:ext>
            </a:extLst>
          </p:cNvPr>
          <p:cNvSpPr/>
          <p:nvPr/>
        </p:nvSpPr>
        <p:spPr>
          <a:xfrm>
            <a:off x="1966701" y="6435751"/>
            <a:ext cx="1362498" cy="381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부서 추가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FD9FEE9-CDFE-6606-DE2E-26EA80416FB6}"/>
              </a:ext>
            </a:extLst>
          </p:cNvPr>
          <p:cNvSpPr/>
          <p:nvPr/>
        </p:nvSpPr>
        <p:spPr>
          <a:xfrm>
            <a:off x="6446658" y="1596482"/>
            <a:ext cx="1971494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8D530BF-BB9F-9048-6B1A-9C7CB141CBD4}"/>
              </a:ext>
            </a:extLst>
          </p:cNvPr>
          <p:cNvSpPr/>
          <p:nvPr/>
        </p:nvSpPr>
        <p:spPr>
          <a:xfrm>
            <a:off x="5336975" y="1596482"/>
            <a:ext cx="1109683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부서번호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1446E1-BBE6-9CD1-AA9A-80BC5518D8CC}"/>
              </a:ext>
            </a:extLst>
          </p:cNvPr>
          <p:cNvSpPr/>
          <p:nvPr/>
        </p:nvSpPr>
        <p:spPr>
          <a:xfrm>
            <a:off x="6446658" y="2173248"/>
            <a:ext cx="1971494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4DB7E95-E3A1-F136-A8C9-A287A1710134}"/>
              </a:ext>
            </a:extLst>
          </p:cNvPr>
          <p:cNvSpPr/>
          <p:nvPr/>
        </p:nvSpPr>
        <p:spPr>
          <a:xfrm>
            <a:off x="5336975" y="2156314"/>
            <a:ext cx="1109683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부서명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7A9A161-760F-FBF4-FB92-9252FB204BE0}"/>
              </a:ext>
            </a:extLst>
          </p:cNvPr>
          <p:cNvSpPr/>
          <p:nvPr/>
        </p:nvSpPr>
        <p:spPr>
          <a:xfrm>
            <a:off x="6446658" y="2682797"/>
            <a:ext cx="1971494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DAC5BC3-622F-0CAC-8357-8C8E197AB163}"/>
              </a:ext>
            </a:extLst>
          </p:cNvPr>
          <p:cNvSpPr/>
          <p:nvPr/>
        </p:nvSpPr>
        <p:spPr>
          <a:xfrm>
            <a:off x="5336975" y="2682797"/>
            <a:ext cx="1109683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부서장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F4F070A-6B6A-AE6D-4699-171C34696319}"/>
              </a:ext>
            </a:extLst>
          </p:cNvPr>
          <p:cNvSpPr/>
          <p:nvPr/>
        </p:nvSpPr>
        <p:spPr>
          <a:xfrm>
            <a:off x="6342000" y="3523165"/>
            <a:ext cx="1362498" cy="381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부서 추가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F55322-A751-03F1-125A-11ED16B3883D}"/>
              </a:ext>
            </a:extLst>
          </p:cNvPr>
          <p:cNvSpPr txBox="1"/>
          <p:nvPr/>
        </p:nvSpPr>
        <p:spPr>
          <a:xfrm>
            <a:off x="6514749" y="963805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부서 추가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EDF4572-E592-E5DD-7141-50300A516CB6}"/>
              </a:ext>
            </a:extLst>
          </p:cNvPr>
          <p:cNvSpPr/>
          <p:nvPr/>
        </p:nvSpPr>
        <p:spPr>
          <a:xfrm>
            <a:off x="8636002" y="4183565"/>
            <a:ext cx="3403600" cy="214041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AD983A-1CED-F240-4676-B7BE2EAC2137}"/>
              </a:ext>
            </a:extLst>
          </p:cNvPr>
          <p:cNvSpPr txBox="1"/>
          <p:nvPr/>
        </p:nvSpPr>
        <p:spPr>
          <a:xfrm>
            <a:off x="9352941" y="4328495"/>
            <a:ext cx="17475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부서번호</a:t>
            </a:r>
            <a:r>
              <a:rPr lang="en-US" altLang="ko-KR" dirty="0"/>
              <a:t>: 0000</a:t>
            </a:r>
          </a:p>
          <a:p>
            <a:r>
              <a:rPr lang="ko-KR" altLang="en-US" dirty="0"/>
              <a:t>부서명</a:t>
            </a:r>
            <a:r>
              <a:rPr lang="en-US" altLang="ko-KR" dirty="0"/>
              <a:t>: </a:t>
            </a:r>
            <a:r>
              <a:rPr lang="en-US" altLang="ko-KR" dirty="0" err="1"/>
              <a:t>adfas</a:t>
            </a:r>
            <a:endParaRPr lang="en-US" altLang="ko-KR" dirty="0"/>
          </a:p>
          <a:p>
            <a:r>
              <a:rPr lang="ko-KR" altLang="en-US" dirty="0"/>
              <a:t>부서장</a:t>
            </a:r>
            <a:r>
              <a:rPr lang="en-US" altLang="ko-KR" dirty="0"/>
              <a:t>: 231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402C8B4A-FFE0-3641-211C-828D74541903}"/>
              </a:ext>
            </a:extLst>
          </p:cNvPr>
          <p:cNvSpPr/>
          <p:nvPr/>
        </p:nvSpPr>
        <p:spPr>
          <a:xfrm>
            <a:off x="9157303" y="5677650"/>
            <a:ext cx="914400" cy="40394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010394C-6148-FCE4-9D87-B7DFF6FBA825}"/>
              </a:ext>
            </a:extLst>
          </p:cNvPr>
          <p:cNvSpPr/>
          <p:nvPr/>
        </p:nvSpPr>
        <p:spPr>
          <a:xfrm>
            <a:off x="10415942" y="5681546"/>
            <a:ext cx="914400" cy="40394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AE91F22-A7AF-6790-1E16-25741D32D5CE}"/>
              </a:ext>
            </a:extLst>
          </p:cNvPr>
          <p:cNvCxnSpPr/>
          <p:nvPr/>
        </p:nvCxnSpPr>
        <p:spPr>
          <a:xfrm flipV="1">
            <a:off x="3162300" y="3429000"/>
            <a:ext cx="2451100" cy="31623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A2578A92-B460-419C-A685-CA2540D27979}"/>
              </a:ext>
            </a:extLst>
          </p:cNvPr>
          <p:cNvCxnSpPr/>
          <p:nvPr/>
        </p:nvCxnSpPr>
        <p:spPr>
          <a:xfrm>
            <a:off x="7505700" y="3797300"/>
            <a:ext cx="1549400" cy="15875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5142402-C5CA-8B37-4D9F-DAE9A86C60F8}"/>
              </a:ext>
            </a:extLst>
          </p:cNvPr>
          <p:cNvSpPr txBox="1"/>
          <p:nvPr/>
        </p:nvSpPr>
        <p:spPr>
          <a:xfrm>
            <a:off x="4162606" y="6172248"/>
            <a:ext cx="3825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부서명 클릭 시 부서 상세 페이지로</a:t>
            </a:r>
          </a:p>
        </p:txBody>
      </p:sp>
    </p:spTree>
    <p:extLst>
      <p:ext uri="{BB962C8B-B14F-4D97-AF65-F5344CB8AC3E}">
        <p14:creationId xmlns:p14="http://schemas.microsoft.com/office/powerpoint/2010/main" val="22325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C104A-22CD-0DA0-311F-E6B635A4D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4A252DA8-4631-FDDD-4A1C-C23FD9DB84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279856"/>
              </p:ext>
            </p:extLst>
          </p:nvPr>
        </p:nvGraphicFramePr>
        <p:xfrm>
          <a:off x="2743041" y="3701929"/>
          <a:ext cx="6972300" cy="26099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100">
                  <a:extLst>
                    <a:ext uri="{9D8B030D-6E8A-4147-A177-3AD203B41FA5}">
                      <a16:colId xmlns:a16="http://schemas.microsoft.com/office/drawing/2014/main" val="2192846245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1881475684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4119331262"/>
                    </a:ext>
                  </a:extLst>
                </a:gridCol>
              </a:tblGrid>
              <a:tr h="37285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사원번호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사원명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직급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7880107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김김김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ㅇㅇ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2785831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6504552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8288085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8042901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4068373"/>
                  </a:ext>
                </a:extLst>
              </a:tr>
              <a:tr h="372853"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76004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16C5A07-92B5-1A87-3F72-1D866AB61F85}"/>
              </a:ext>
            </a:extLst>
          </p:cNvPr>
          <p:cNvSpPr txBox="1"/>
          <p:nvPr/>
        </p:nvSpPr>
        <p:spPr>
          <a:xfrm>
            <a:off x="5229416" y="546100"/>
            <a:ext cx="1495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부서 상세 </a:t>
            </a:r>
            <a:r>
              <a:rPr lang="en-US" altLang="ko-KR" dirty="0"/>
              <a:t>UI</a:t>
            </a:r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5E60C3E-A77A-135F-62EC-91DFC73CF14E}"/>
              </a:ext>
            </a:extLst>
          </p:cNvPr>
          <p:cNvSpPr/>
          <p:nvPr/>
        </p:nvSpPr>
        <p:spPr>
          <a:xfrm>
            <a:off x="3639958" y="1139878"/>
            <a:ext cx="1971494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E179F46-A404-B554-EFD5-9404BC90033C}"/>
              </a:ext>
            </a:extLst>
          </p:cNvPr>
          <p:cNvSpPr/>
          <p:nvPr/>
        </p:nvSpPr>
        <p:spPr>
          <a:xfrm>
            <a:off x="2400301" y="1139878"/>
            <a:ext cx="123965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부서 번호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58AA64-B5A3-54B2-56E0-191D4555F474}"/>
              </a:ext>
            </a:extLst>
          </p:cNvPr>
          <p:cNvSpPr/>
          <p:nvPr/>
        </p:nvSpPr>
        <p:spPr>
          <a:xfrm>
            <a:off x="3639958" y="1716644"/>
            <a:ext cx="1971494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C6C8DD3-DCC8-9552-B4CE-8053CC49E359}"/>
              </a:ext>
            </a:extLst>
          </p:cNvPr>
          <p:cNvSpPr/>
          <p:nvPr/>
        </p:nvSpPr>
        <p:spPr>
          <a:xfrm>
            <a:off x="2530275" y="1699710"/>
            <a:ext cx="1109683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부서명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9C07E8-6352-59BC-90C9-BBCAB7EAD816}"/>
              </a:ext>
            </a:extLst>
          </p:cNvPr>
          <p:cNvSpPr/>
          <p:nvPr/>
        </p:nvSpPr>
        <p:spPr>
          <a:xfrm>
            <a:off x="3639958" y="2226193"/>
            <a:ext cx="1971494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9D89E8-1F93-CEA6-5C38-F4943DA35D94}"/>
              </a:ext>
            </a:extLst>
          </p:cNvPr>
          <p:cNvSpPr/>
          <p:nvPr/>
        </p:nvSpPr>
        <p:spPr>
          <a:xfrm>
            <a:off x="2530275" y="2226193"/>
            <a:ext cx="1109683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부서장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1A096A3-A7AE-77D3-002F-9BE17395808E}"/>
              </a:ext>
            </a:extLst>
          </p:cNvPr>
          <p:cNvSpPr/>
          <p:nvPr/>
        </p:nvSpPr>
        <p:spPr>
          <a:xfrm>
            <a:off x="3639958" y="2735742"/>
            <a:ext cx="1971494" cy="381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6F7270B-A146-3C40-6E80-D87427FED948}"/>
              </a:ext>
            </a:extLst>
          </p:cNvPr>
          <p:cNvSpPr/>
          <p:nvPr/>
        </p:nvSpPr>
        <p:spPr>
          <a:xfrm>
            <a:off x="2530275" y="2735742"/>
            <a:ext cx="1109683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사원 수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7C4EB439-C41B-6BE9-9425-4B1F09CD8915}"/>
              </a:ext>
            </a:extLst>
          </p:cNvPr>
          <p:cNvSpPr/>
          <p:nvPr/>
        </p:nvSpPr>
        <p:spPr>
          <a:xfrm>
            <a:off x="3735299" y="6356113"/>
            <a:ext cx="914400" cy="40394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저장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C16CA32-D637-3BEF-45CC-C9756282D160}"/>
              </a:ext>
            </a:extLst>
          </p:cNvPr>
          <p:cNvSpPr/>
          <p:nvPr/>
        </p:nvSpPr>
        <p:spPr>
          <a:xfrm>
            <a:off x="5520177" y="6356112"/>
            <a:ext cx="914400" cy="40394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취소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706CC7C-8ADA-6B95-D985-DAA549424CCB}"/>
              </a:ext>
            </a:extLst>
          </p:cNvPr>
          <p:cNvSpPr/>
          <p:nvPr/>
        </p:nvSpPr>
        <p:spPr>
          <a:xfrm>
            <a:off x="8304302" y="1429525"/>
            <a:ext cx="1239659" cy="38100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부서 삭제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413396-E485-8EF1-C8E7-8E5D97666DEF}"/>
              </a:ext>
            </a:extLst>
          </p:cNvPr>
          <p:cNvSpPr txBox="1"/>
          <p:nvPr/>
        </p:nvSpPr>
        <p:spPr>
          <a:xfrm>
            <a:off x="2692254" y="3332620"/>
            <a:ext cx="1189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사원 목록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17874BD-9783-594E-B421-261B75D6FF5F}"/>
              </a:ext>
            </a:extLst>
          </p:cNvPr>
          <p:cNvSpPr/>
          <p:nvPr/>
        </p:nvSpPr>
        <p:spPr>
          <a:xfrm>
            <a:off x="8448780" y="3108597"/>
            <a:ext cx="3403600" cy="17018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8C9CD0-E767-FAB5-DF07-B038350C6A17}"/>
              </a:ext>
            </a:extLst>
          </p:cNvPr>
          <p:cNvSpPr txBox="1"/>
          <p:nvPr/>
        </p:nvSpPr>
        <p:spPr>
          <a:xfrm>
            <a:off x="9668145" y="3476403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저장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90FBB9F-040D-3912-8247-B927155F9C57}"/>
              </a:ext>
            </a:extLst>
          </p:cNvPr>
          <p:cNvSpPr/>
          <p:nvPr/>
        </p:nvSpPr>
        <p:spPr>
          <a:xfrm>
            <a:off x="8970081" y="4164066"/>
            <a:ext cx="914400" cy="40394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61238E1-1BB2-BC84-1FCD-438AC01B9816}"/>
              </a:ext>
            </a:extLst>
          </p:cNvPr>
          <p:cNvSpPr/>
          <p:nvPr/>
        </p:nvSpPr>
        <p:spPr>
          <a:xfrm>
            <a:off x="10228720" y="4167962"/>
            <a:ext cx="914400" cy="40394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D5D80D5-6923-62D4-EDC6-EB96DA6F88E4}"/>
              </a:ext>
            </a:extLst>
          </p:cNvPr>
          <p:cNvSpPr/>
          <p:nvPr/>
        </p:nvSpPr>
        <p:spPr>
          <a:xfrm>
            <a:off x="8448780" y="5000001"/>
            <a:ext cx="3403600" cy="17018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3674362-C04E-8496-9FE2-CF5B0DD75A9B}"/>
              </a:ext>
            </a:extLst>
          </p:cNvPr>
          <p:cNvSpPr txBox="1"/>
          <p:nvPr/>
        </p:nvSpPr>
        <p:spPr>
          <a:xfrm>
            <a:off x="9345697" y="5366710"/>
            <a:ext cx="1526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정말로 삭제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E7716C8-A563-811E-5979-5F22BFF40B03}"/>
              </a:ext>
            </a:extLst>
          </p:cNvPr>
          <p:cNvSpPr/>
          <p:nvPr/>
        </p:nvSpPr>
        <p:spPr>
          <a:xfrm>
            <a:off x="8970081" y="6055470"/>
            <a:ext cx="914400" cy="40394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5A76120-C261-4446-1133-CC85A7E6251E}"/>
              </a:ext>
            </a:extLst>
          </p:cNvPr>
          <p:cNvSpPr/>
          <p:nvPr/>
        </p:nvSpPr>
        <p:spPr>
          <a:xfrm>
            <a:off x="10228720" y="6059366"/>
            <a:ext cx="914400" cy="403947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2736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116</Words>
  <Application>Microsoft Office PowerPoint</Application>
  <PresentationFormat>와이드스크린</PresentationFormat>
  <Paragraphs>78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박상현</dc:creator>
  <cp:lastModifiedBy>박상현</cp:lastModifiedBy>
  <cp:revision>2</cp:revision>
  <dcterms:created xsi:type="dcterms:W3CDTF">2025-10-10T03:43:27Z</dcterms:created>
  <dcterms:modified xsi:type="dcterms:W3CDTF">2025-10-10T05:16:53Z</dcterms:modified>
</cp:coreProperties>
</file>